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Clasificador de lesiones de piel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8C4D9"/>
                </a:solidFill>
                <a:latin typeface="Arial"/>
              </a:rPr>
              <a:t>Deep learning aplicado a imágenes dermatoscópicas (HAM10000)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Arial"/>
              </a:rPr>
              <a:t>Transfer learning con ResNet18 + interpretabilidad con Grad-CAM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El problema: clasificar lesiones de piel en 7 categorías (HAM10000)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Arquitectura: ResNet18 pre-entrenado + fine-tuning, Grad-CAM para interpretabilidad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Resultados: comparación contra un baseline, matriz de confusión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Limitación real: recall de melanoma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La web: cómo se usa la app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Aprendizajes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32004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Clasificador de lesiones de piel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8C4D9"/>
                </a:solidFill>
                <a:latin typeface="Arial"/>
              </a:rPr>
              <a:t>Clasificación de imágenes dermatoscópicas (HAM10000) con CNN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El problema: por qué acá deep learning es necesario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Clasificar imágenes de lesiones de piel en 7 categorías (HAM10000, ~10,000 imágenes)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A diferencia de datos tabulares, no hay forma razonable de resolver esto sin una red que aprenda representaciones de los píxeles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Arquitectura: ResNet18 pre-entrenado en ImageNet + fine-tuning (transfer learning)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Grad-CAM para interpretabilidad — ver en qué se basa el modelo, no una caja negra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El dataset: desbalanceado, como en la vida real</a:t>
            </a:r>
          </a:p>
        </p:txBody>
      </p:sp>
      <p:pic>
        <p:nvPicPr>
          <p:cNvPr id="5" name="Picture 4" descr="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987" y="1234440"/>
            <a:ext cx="92817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Arial"/>
              </a:rPr>
              <a:t>nv (lunar benigno) es 67% del dataset — se compensa con loss ponderada por clase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Resultado: acá sí hay una diferencia grande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332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Baseline: siempre predice "nv"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</a:rPr>
                        <a:t>ResNet18 + transfer learning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Grad-CAM: el modelo mira la lesión, no el fondo</a:t>
            </a:r>
          </a:p>
        </p:txBody>
      </p:sp>
      <p:pic>
        <p:nvPicPr>
          <p:cNvPr id="5" name="Picture 4" descr="predicciones_ej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568" y="1234440"/>
            <a:ext cx="7576558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Arial"/>
              </a:rPr>
              <a:t>Validación visual: la zona roja del mapa de calor coincide con la lesión real en los tres casos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Matriz de confusión</a:t>
            </a:r>
          </a:p>
        </p:txBody>
      </p:sp>
      <p:pic>
        <p:nvPicPr>
          <p:cNvPr id="5" name="Picture 4" descr="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728" y="1234440"/>
            <a:ext cx="601623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Arial"/>
              </a:rPr>
              <a:t>La fila de melanoma (mel) es la que más importa mirar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Limitación real — hay que decirla sin vueltas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DC2626"/>
                </a:solidFill>
                <a:latin typeface="Arial"/>
              </a:rPr>
              <a:t>•  El recall de melanoma es solo 56%.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De 232 melanomas reales en validación, 68 se clasificaron como benignos (nv)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Es el peor error posible en un caso de uso médico real: cáncer marcado como benigno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Documentado explícitamente en la web y el readme — no es un detalle a esconder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Queda como el próximo paso más importante: mejorar el recall específicamente en esta clase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La web: subís una imagen, ves la predicción</a:t>
            </a:r>
          </a:p>
        </p:txBody>
      </p:sp>
      <p:pic>
        <p:nvPicPr>
          <p:cNvPr id="5" name="Picture 4" descr="app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212080" cy="3722914"/>
          </a:xfrm>
          <a:prstGeom prst="rect">
            <a:avLst/>
          </a:prstGeom>
        </p:spPr>
      </p:pic>
      <p:pic>
        <p:nvPicPr>
          <p:cNvPr id="6" name="Picture 5" descr="app_predi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212080" cy="37229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Arial"/>
              </a:rPr>
              <a:t>Pantalla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Arial"/>
              </a:rPr>
              <a:t>Predicción + Grad-CAM + probabilidad por clase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3200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8C4D9"/>
                </a:solidFill>
                <a:latin typeface="Arial"/>
              </a:rPr>
              <a:t>Deep learning como herramienta correcta para este problema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Resultado final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332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Baseline: siempre predice "nv"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</a:rPr>
                        <a:t>ResNet18 + transfer learning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293B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Lo que queda como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Para clasificación de imágenes, deep learning no es una opción a probar — es la herramienta correcta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Comparar siempre contra un baseline fuerte (no solo el más simple) antes de afirmar que un modelo "funciona"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Interpretabilidad (Grad-CAM) es tan importante como el número de accuracy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1E293B"/>
                </a:solidFill>
                <a:latin typeface="Arial"/>
              </a:rPr>
              <a:t>•  Documentar limitaciones reales (recall de melanoma) es parte del trabajo, no un detalle opcional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11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rial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Mejorar el recall de melanoma específicamente (pesos de clase más agresivos, umbral por clase)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Probar una arquitectura más grande (EfficientNet, ViT) y comparar contra ResNet18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1E293B"/>
                </a:solidFill>
                <a:latin typeface="Arial"/>
              </a:rPr>
              <a:t>•  Calibración de probabilidades y k-fold cross-validation por lesion_id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3200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8C4D9"/>
                </a:solidFill>
                <a:latin typeface="Arial"/>
              </a:rPr>
              <a:t>Preguntas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